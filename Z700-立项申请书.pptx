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掌握智能，蜂动未来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949E"/>
                </a:solidFill>
              </a:defRPr>
            </a:pPr>
            <a:r>
              <a:t>Rein Intelligence · Bee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智蜂创元 · Z-MAX 具身智能机器人系统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AA"/>
                </a:solidFill>
              </a:defRPr>
            </a:pPr>
            <a:r>
              <a:t>立 项 申 请 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© 智蜂创元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项目概述与核心指标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2. 产品规划路线图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3. 创元 XWorld 平台架构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4. Z 系列场景与能力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5. 技术规格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6. 精密操作能力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7. 模型演进路线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8. 团队与项目管理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9. 立项总结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© 智蜂创元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一、核心性能指标 · 极致性能的量化标准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检验机器人精细操作能力的"试金石"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D4AA"/>
                </a:solidFill>
              </a:defRPr>
            </a:pPr>
            <a:r>
              <a:t>🎯</a:t>
            </a:r>
            <a:br/>
            <a:r>
              <a:t>±0.02mm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重复定位精度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828800"/>
            <a:ext cx="2286000" cy="22860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D4AA"/>
                </a:solidFill>
              </a:defRPr>
            </a:pPr>
            <a:r>
              <a:t>✅</a:t>
            </a:r>
            <a:br/>
          </a:p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6858000" y="1828800"/>
            <a:ext cx="2286000" cy="22860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D4AA"/>
                </a:solidFill>
              </a:defRPr>
            </a:pPr>
            <a:r>
              <a:t>⏱️</a:t>
            </a:r>
            <a:br/>
          </a:p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9601200" y="1828800"/>
            <a:ext cx="2286000" cy="22860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D4AA"/>
                </a:solidFill>
              </a:defRPr>
            </a:pPr>
            <a:r>
              <a:t>⚡</a:t>
            </a:r>
            <a:br/>
          </a:p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FW Loading（固件加载）与电口/光口插拔 — 微米级定位 + 柔性力控 + &gt;99% 成功率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二、智蜂通用具身机器人产品规划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同一套智能引擎，L2 到 L4 软件定义进化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🤖 Z700 轮式双臂机器人 [L4 旗舰]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轮式底盘自主导航，双臂协同精细操作。覆盖老化箱插拔、产线巡检、多工位联动作业。全自主执行+自适应+自恢复。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97480"/>
            <a:ext cx="10698480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🔧 Z700F 固定式精密插拔 [L2 基线]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单工位高精度插拔产线。珞石SR5-C机械臂+DH夹爪，5工位循环：入料→扫码→刷程序→AOI检测→出料。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A371F7"/>
                </a:solidFill>
              </a:defRPr>
            </a:pPr>
            <a:r>
              <a:t>📦 Z100L 料笼搬运机器人 [L2 搬运]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上下料+料笼搬运专用，负载&gt;50kg。OE区统一配置。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F0A500"/>
                </a:solidFill>
              </a:defRPr>
            </a:pPr>
            <a:r>
              <a:t>🔬 Z700F + AOI 目检机器人 [L2 目检]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精密AOI目检专用。显微镜检、外观检查、缺陷判定。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三、创元 XWorld · 开启工厂全技能智能体新时代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🧠 创元·大脑 XAgent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面向工厂的全技能智能体。统一指挥，安全高效自主交互与操作。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📊 创元·数据 XData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垂直场景的全模态数据。贯通人机料法环全要素工艺数据。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F0A500"/>
                </a:solidFill>
              </a:defRPr>
            </a:pPr>
            <a:r>
              <a:t>🤖 创元·机器人 XRobot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垂域模型+强健肢体。感驱控一体，快速低时延精准执行。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89条原子技能 · 8大类: 装配工艺(15) · 操作执行(15) · 感知定位(15) · 质量检测(10) · 安全集成(10)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四、智蜂 Z 系列 · 工厂新物种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A · 搬运上下料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线边仓/产线分拣/搬运/上下料。视觉+触觉+听觉多模态感知。Z100L。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B · 精密操作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电口/光口插拔。±0.05mm定位。亚毫米级精密装配。Z700F/Z700。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A371F7"/>
                </a:solidFill>
              </a:defRPr>
            </a:pPr>
            <a:r>
              <a:t>C · 质量检测巡检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机器人协同AOI检测。光学+激光+AI。设备盘点/规范巡检。Z700F+AOI。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F0A500"/>
                </a:solidFill>
              </a:defRPr>
            </a:pPr>
            <a:r>
              <a:t>D · 柔性无人工厂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端边云协同。分段+端到端+世界模型。工厂Agents协同。Z700Plus。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五、开发路线图 · 2026→2028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3200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单工位验证 · 2026Q3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光模块插拔 · 固定轨迹 · Orin Nano边缘部署 · 力控±0.02mm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3474720" cy="3200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多工位联线 · 2026Q4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抓取→插拔→AOI×6全链条 · Sys1端侧VLA-T力控闭环 · 99%+良率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1371600"/>
            <a:ext cx="3474720" cy="3200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A371F7"/>
                </a:solidFill>
              </a:defRPr>
            </a:pPr>
            <a:r>
              <a:t>全产线智能 · 2027Q2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多机协同 · 换型自适配 · VLA-T+GR00T · 云端训练闭环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六、Z700 技术规格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最高身高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~1700mm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臂展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~1542mm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1887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单臂臂长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~696mm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整机重量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≤185kg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659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单臂负载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≤5kg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659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双臂负载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≤10kg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洁净度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Class 10000 (ISO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防护等级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IP42 / 手臂 IP50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432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定位精度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±0.05mm (Z700F) / ±0.02mm (Z700Plus)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3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力控精度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0.05N (Z700F) / 0.03N (Z700Plus)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2043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操作成功率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&gt;99%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3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UPH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&lt;12s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七、精密操作能力 · 在"针尖上跳舞"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47472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01 取料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3D视觉识别抓取。高精度3D视觉引导，识别微小零件位姿，无损伤抓取。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188720"/>
            <a:ext cx="347472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02 过站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高速动态路径调整。实时调整路径，确保运动节拍与精度双重达标。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1188720"/>
            <a:ext cx="347472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03 上料插入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微米级精准力控。精准对位+柔性力控，接口无偏移无损伤精准插入。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347472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04 机台拔出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平稳分离防损伤。匀速拔出，避免冲击损坏精密电路接口。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840480"/>
            <a:ext cx="347472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05 下料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高效运动保节拍。最优轨迹快速完成下料，满足整线高节拍要求。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3840480"/>
            <a:ext cx="347472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06 分检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智能视觉分拣。读取状态码，良品与不良品分拣至不同区域，全流程闭环。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八、创元具身模型演进路线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651760" cy="3657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第一阶段：分段式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「分而治之」流水线控制</a:t>
            </a:r>
            <a:br/>
            <a:br/>
            <a:r>
              <a:t>代表：YOLO+CuRobo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2651760" cy="3657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第二阶段：端到端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「数据驱动」单模型闭环</a:t>
            </a:r>
            <a:br/>
            <a:br/>
            <a:r>
              <a:t>代表：ACT / SmolVLA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371600"/>
            <a:ext cx="2651760" cy="3657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A371F7"/>
                </a:solidFill>
              </a:defRPr>
            </a:pPr>
            <a:r>
              <a:t>第三阶段：VLA一体化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「语义驱动」多模态智能体</a:t>
            </a:r>
            <a:br/>
            <a:br/>
            <a:r>
              <a:t>代表：π₀ / GR00T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371600"/>
            <a:ext cx="2651760" cy="3657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F0A500"/>
                </a:solidFill>
              </a:defRPr>
            </a:pPr>
            <a:r>
              <a:t>第四阶段：世界模型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「感知-想象-行动」闭环</a:t>
            </a:r>
            <a:br/>
            <a:br/>
            <a:r>
              <a:t>代表：潜空间预测+视触觉融合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九、项目团队与立项总结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xspace 总工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Sys架构·GUI引擎·Orin部署</a:t>
            </a:r>
            <a:br/>
            <a:br/>
            <a:r>
              <a:t>18项·88%完成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347472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web PM/前端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Sys2训练·Web全站·仿真验证</a:t>
            </a:r>
            <a:br/>
            <a:br/>
            <a:r>
              <a:t>18项·94%完成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1371600"/>
            <a:ext cx="347472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A371F7"/>
                </a:solidFill>
              </a:defRPr>
            </a:pPr>
            <a:r>
              <a:t>小芳 硬件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Orin采集·MAC转发·硬件测试</a:t>
            </a:r>
            <a:br/>
            <a:br/>
            <a:r>
              <a:t>14项·78%完成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立项总结</a:t>
            </a:r>
          </a:p>
          <a:p>
            <a:pPr>
              <a:spcBef>
                <a:spcPts val="600"/>
              </a:spcBef>
              <a:defRPr sz="1000">
                <a:solidFill>
                  <a:srgbClr val="8B949E"/>
                </a:solidFill>
              </a:defRPr>
            </a:pPr>
            <a:r>
              <a:t>技术先进性：视触觉混合动作模型、端到端感知决策控制、&gt;1kHz力控闭环。</a:t>
            </a:r>
            <a:br/>
            <a:r>
              <a:t>市场紧迫性：AI算力爆发驱动光模块扩产，精密制造人工替代刚需。</a:t>
            </a:r>
            <a:br/>
            <a:r>
              <a:t>团队完备性：三人核心团队覆盖全栈，模型+硬件+部署闭环。</a:t>
            </a:r>
            <a:br/>
            <a:r>
              <a:t>总进度：50项任务·44完成(88%)·4进行中·零阻塞。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AA"/>
                </a:solidFill>
              </a:defRPr>
            </a:pPr>
            <a:r>
              <a:t>谢 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智蜂创元 · datadrive.world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掌握智能，蜂动未来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